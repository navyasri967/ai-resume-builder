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sldIdLst>
    <p:sldId id="256" r:id="rId2"/>
    <p:sldId id="257" r:id="rId3"/>
    <p:sldId id="258" r:id="rId4"/>
    <p:sldId id="259" r:id="rId5"/>
    <p:sldId id="260" r:id="rId6"/>
    <p:sldId id="261" r:id="rId7"/>
    <p:sldId id="263" r:id="rId8"/>
    <p:sldId id="264"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A5944E-FA6C-484D-A715-59553111E254}" v="2" dt="2026-08-03T17:05:53.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YA SRI" userId="4ddc19c1ca238588" providerId="LiveId" clId="{AA6F133C-81D4-4A40-B738-7652856F867B}"/>
    <pc:docChg chg="addSld modSld">
      <pc:chgData name="NAVYA SRI" userId="4ddc19c1ca238588" providerId="LiveId" clId="{AA6F133C-81D4-4A40-B738-7652856F867B}" dt="2026-08-03T17:41:37.332" v="66" actId="20577"/>
      <pc:docMkLst>
        <pc:docMk/>
      </pc:docMkLst>
      <pc:sldChg chg="modSp mod">
        <pc:chgData name="NAVYA SRI" userId="4ddc19c1ca238588" providerId="LiveId" clId="{AA6F133C-81D4-4A40-B738-7652856F867B}" dt="2026-08-03T17:04:51.109" v="28" actId="255"/>
        <pc:sldMkLst>
          <pc:docMk/>
          <pc:sldMk cId="4023235356" sldId="257"/>
        </pc:sldMkLst>
        <pc:spChg chg="mod">
          <ac:chgData name="NAVYA SRI" userId="4ddc19c1ca238588" providerId="LiveId" clId="{AA6F133C-81D4-4A40-B738-7652856F867B}" dt="2026-08-03T17:04:51.109" v="28" actId="255"/>
          <ac:spMkLst>
            <pc:docMk/>
            <pc:sldMk cId="4023235356" sldId="257"/>
            <ac:spMk id="3" creationId="{F6330E4B-2B60-7282-B00D-815794A995BA}"/>
          </ac:spMkLst>
        </pc:spChg>
      </pc:sldChg>
      <pc:sldChg chg="modSp mod">
        <pc:chgData name="NAVYA SRI" userId="4ddc19c1ca238588" providerId="LiveId" clId="{AA6F133C-81D4-4A40-B738-7652856F867B}" dt="2026-08-03T17:07:10.878" v="60" actId="20577"/>
        <pc:sldMkLst>
          <pc:docMk/>
          <pc:sldMk cId="456307752" sldId="259"/>
        </pc:sldMkLst>
        <pc:spChg chg="mod">
          <ac:chgData name="NAVYA SRI" userId="4ddc19c1ca238588" providerId="LiveId" clId="{AA6F133C-81D4-4A40-B738-7652856F867B}" dt="2026-08-03T17:07:10.878" v="60" actId="20577"/>
          <ac:spMkLst>
            <pc:docMk/>
            <pc:sldMk cId="456307752" sldId="259"/>
            <ac:spMk id="3" creationId="{A6BBDFE8-32D4-5731-6A82-B514EE3E945A}"/>
          </ac:spMkLst>
        </pc:spChg>
      </pc:sldChg>
      <pc:sldChg chg="modSp mod">
        <pc:chgData name="NAVYA SRI" userId="4ddc19c1ca238588" providerId="LiveId" clId="{AA6F133C-81D4-4A40-B738-7652856F867B}" dt="2026-08-03T17:41:37.332" v="66" actId="20577"/>
        <pc:sldMkLst>
          <pc:docMk/>
          <pc:sldMk cId="3382516718" sldId="260"/>
        </pc:sldMkLst>
        <pc:spChg chg="mod">
          <ac:chgData name="NAVYA SRI" userId="4ddc19c1ca238588" providerId="LiveId" clId="{AA6F133C-81D4-4A40-B738-7652856F867B}" dt="2026-08-03T17:41:37.332" v="66" actId="20577"/>
          <ac:spMkLst>
            <pc:docMk/>
            <pc:sldMk cId="3382516718" sldId="260"/>
            <ac:spMk id="3" creationId="{545D1B0F-828E-6035-917B-2F1D9BAD6CAF}"/>
          </ac:spMkLst>
        </pc:spChg>
      </pc:sldChg>
      <pc:sldChg chg="addSp modSp new mod">
        <pc:chgData name="NAVYA SRI" userId="4ddc19c1ca238588" providerId="LiveId" clId="{AA6F133C-81D4-4A40-B738-7652856F867B}" dt="2026-08-03T16:37:27.837" v="4" actId="1076"/>
        <pc:sldMkLst>
          <pc:docMk/>
          <pc:sldMk cId="917260923" sldId="263"/>
        </pc:sldMkLst>
        <pc:picChg chg="add mod">
          <ac:chgData name="NAVYA SRI" userId="4ddc19c1ca238588" providerId="LiveId" clId="{AA6F133C-81D4-4A40-B738-7652856F867B}" dt="2026-08-03T16:37:27.837" v="4" actId="1076"/>
          <ac:picMkLst>
            <pc:docMk/>
            <pc:sldMk cId="917260923" sldId="263"/>
            <ac:picMk id="3" creationId="{57359425-D1D8-6584-DA5A-BFBA7B4CF985}"/>
          </ac:picMkLst>
        </pc:picChg>
      </pc:sldChg>
      <pc:sldChg chg="addSp modSp new mod">
        <pc:chgData name="NAVYA SRI" userId="4ddc19c1ca238588" providerId="LiveId" clId="{AA6F133C-81D4-4A40-B738-7652856F867B}" dt="2026-08-03T16:38:01.477" v="7" actId="14100"/>
        <pc:sldMkLst>
          <pc:docMk/>
          <pc:sldMk cId="4057988521" sldId="264"/>
        </pc:sldMkLst>
        <pc:picChg chg="add mod">
          <ac:chgData name="NAVYA SRI" userId="4ddc19c1ca238588" providerId="LiveId" clId="{AA6F133C-81D4-4A40-B738-7652856F867B}" dt="2026-08-03T16:38:01.477" v="7" actId="14100"/>
          <ac:picMkLst>
            <pc:docMk/>
            <pc:sldMk cId="4057988521" sldId="264"/>
            <ac:picMk id="3" creationId="{6C82C518-0D9E-04E1-02B2-CD3B8210A82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3500058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1020049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1641261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26A670-0B24-4966-8986-30901A835435}"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2521110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26A670-0B24-4966-8986-30901A835435}" type="datetimeFigureOut">
              <a:rPr lang="en-IN" smtClean="0"/>
              <a:t>03-08-2026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1944145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1523257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4212467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3005100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26A670-0B24-4966-8986-30901A835435}"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2766964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26A670-0B24-4966-8986-30901A835435}"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3578764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1338385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47043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30652480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384298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2349415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32497423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26A670-0B24-4966-8986-30901A835435}"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1D45DC-6157-4A43-B4BF-DE17D71B897F}" type="slidenum">
              <a:rPr lang="en-IN" smtClean="0"/>
              <a:t>‹#›</a:t>
            </a:fld>
            <a:endParaRPr lang="en-IN"/>
          </a:p>
        </p:txBody>
      </p:sp>
    </p:spTree>
    <p:extLst>
      <p:ext uri="{BB962C8B-B14F-4D97-AF65-F5344CB8AC3E}">
        <p14:creationId xmlns:p14="http://schemas.microsoft.com/office/powerpoint/2010/main" val="14350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026A670-0B24-4966-8986-30901A835435}" type="datetimeFigureOut">
              <a:rPr lang="en-IN" smtClean="0"/>
              <a:t>03-08-2026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01D45DC-6157-4A43-B4BF-DE17D71B897F}" type="slidenum">
              <a:rPr lang="en-IN" smtClean="0"/>
              <a:t>‹#›</a:t>
            </a:fld>
            <a:endParaRPr lang="en-IN"/>
          </a:p>
        </p:txBody>
      </p:sp>
    </p:spTree>
    <p:extLst>
      <p:ext uri="{BB962C8B-B14F-4D97-AF65-F5344CB8AC3E}">
        <p14:creationId xmlns:p14="http://schemas.microsoft.com/office/powerpoint/2010/main" val="1857330581"/>
      </p:ext>
    </p:extLst>
  </p:cSld>
  <p:clrMap bg1="dk1" tx1="lt1" bg2="dk2" tx2="lt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3D900-5EEA-05AC-5BDC-A49ABD75DC29}"/>
              </a:ext>
            </a:extLst>
          </p:cNvPr>
          <p:cNvSpPr>
            <a:spLocks noGrp="1"/>
          </p:cNvSpPr>
          <p:nvPr>
            <p:ph type="ctrTitle"/>
          </p:nvPr>
        </p:nvSpPr>
        <p:spPr>
          <a:xfrm>
            <a:off x="975361" y="386080"/>
            <a:ext cx="10769600" cy="1341120"/>
          </a:xfrm>
        </p:spPr>
        <p:txBody>
          <a:bodyPr>
            <a:normAutofit fontScale="90000"/>
          </a:bodyPr>
          <a:lstStyle/>
          <a:p>
            <a:r>
              <a:rPr lang="en-US" sz="4800" dirty="0">
                <a:solidFill>
                  <a:schemeClr val="tx1"/>
                </a:solidFill>
              </a:rPr>
              <a:t>                FRONT-END PROJECT</a:t>
            </a:r>
            <a:br>
              <a:rPr lang="en-US" sz="4800" dirty="0">
                <a:solidFill>
                  <a:schemeClr val="tx1"/>
                </a:solidFill>
              </a:rPr>
            </a:br>
            <a:r>
              <a:rPr lang="en-US" sz="4800" dirty="0">
                <a:solidFill>
                  <a:schemeClr val="tx1"/>
                </a:solidFill>
              </a:rPr>
              <a:t>                               ON</a:t>
            </a:r>
            <a:endParaRPr lang="en-IN" sz="4800" dirty="0">
              <a:solidFill>
                <a:schemeClr val="tx1"/>
              </a:solidFill>
            </a:endParaRPr>
          </a:p>
        </p:txBody>
      </p:sp>
      <p:sp>
        <p:nvSpPr>
          <p:cNvPr id="3" name="Subtitle 2">
            <a:extLst>
              <a:ext uri="{FF2B5EF4-FFF2-40B4-BE49-F238E27FC236}">
                <a16:creationId xmlns:a16="http://schemas.microsoft.com/office/drawing/2014/main" id="{58065956-CDB2-611B-799C-CF26AC356EC0}"/>
              </a:ext>
            </a:extLst>
          </p:cNvPr>
          <p:cNvSpPr>
            <a:spLocks noGrp="1"/>
          </p:cNvSpPr>
          <p:nvPr>
            <p:ph type="subTitle" idx="1"/>
          </p:nvPr>
        </p:nvSpPr>
        <p:spPr>
          <a:xfrm>
            <a:off x="894080" y="2316480"/>
            <a:ext cx="10922000" cy="3870960"/>
          </a:xfrm>
        </p:spPr>
        <p:txBody>
          <a:bodyPr>
            <a:normAutofit/>
          </a:bodyPr>
          <a:lstStyle/>
          <a:p>
            <a:r>
              <a:rPr lang="en-US" sz="6000" dirty="0"/>
              <a:t>          </a:t>
            </a:r>
            <a:r>
              <a:rPr lang="en-US" sz="6000" dirty="0">
                <a:solidFill>
                  <a:schemeClr val="tx1"/>
                </a:solidFill>
              </a:rPr>
              <a:t>AI Resume Builder                 </a:t>
            </a:r>
          </a:p>
          <a:p>
            <a:endParaRPr lang="en-US" sz="5400" dirty="0"/>
          </a:p>
          <a:p>
            <a:pPr algn="r"/>
            <a:r>
              <a:rPr lang="en-US" sz="5400" dirty="0"/>
              <a:t>                                                           </a:t>
            </a:r>
            <a:r>
              <a:rPr lang="en-US" sz="2400" dirty="0">
                <a:solidFill>
                  <a:schemeClr val="tx1"/>
                </a:solidFill>
              </a:rPr>
              <a:t>Presented by:                                                                                                                                                           </a:t>
            </a:r>
            <a:r>
              <a:rPr lang="en-US" sz="2400" dirty="0" err="1">
                <a:solidFill>
                  <a:schemeClr val="tx1"/>
                </a:solidFill>
              </a:rPr>
              <a:t>K.Navya</a:t>
            </a:r>
            <a:r>
              <a:rPr lang="en-US" sz="2400" dirty="0">
                <a:solidFill>
                  <a:schemeClr val="tx1"/>
                </a:solidFill>
              </a:rPr>
              <a:t> Sri</a:t>
            </a:r>
          </a:p>
          <a:p>
            <a:endParaRPr lang="en-US" sz="5400" dirty="0"/>
          </a:p>
          <a:p>
            <a:endParaRPr lang="en-IN" sz="5400" dirty="0"/>
          </a:p>
        </p:txBody>
      </p:sp>
    </p:spTree>
    <p:extLst>
      <p:ext uri="{BB962C8B-B14F-4D97-AF65-F5344CB8AC3E}">
        <p14:creationId xmlns:p14="http://schemas.microsoft.com/office/powerpoint/2010/main" val="1648180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1E2A-AC53-F208-C753-E6598E784A26}"/>
              </a:ext>
            </a:extLst>
          </p:cNvPr>
          <p:cNvSpPr>
            <a:spLocks noGrp="1"/>
          </p:cNvSpPr>
          <p:nvPr>
            <p:ph type="title"/>
          </p:nvPr>
        </p:nvSpPr>
        <p:spPr>
          <a:xfrm>
            <a:off x="975360" y="477520"/>
            <a:ext cx="10378439" cy="1219200"/>
          </a:xfrm>
        </p:spPr>
        <p:txBody>
          <a:bodyPr>
            <a:normAutofit/>
          </a:bodyPr>
          <a:lstStyle/>
          <a:p>
            <a:r>
              <a:rPr lang="en-US" dirty="0">
                <a:solidFill>
                  <a:schemeClr val="tx2">
                    <a:lumMod val="75000"/>
                    <a:lumOff val="25000"/>
                  </a:schemeClr>
                </a:solidFill>
              </a:rPr>
              <a:t>                       </a:t>
            </a:r>
            <a:r>
              <a:rPr lang="en-US" sz="4800" dirty="0">
                <a:solidFill>
                  <a:srgbClr val="FF0000"/>
                </a:solidFill>
              </a:rPr>
              <a:t>ABSTRACT</a:t>
            </a:r>
            <a:endParaRPr lang="en-IN" sz="4800" dirty="0">
              <a:solidFill>
                <a:srgbClr val="FF0000"/>
              </a:solidFill>
            </a:endParaRPr>
          </a:p>
        </p:txBody>
      </p:sp>
      <p:sp>
        <p:nvSpPr>
          <p:cNvPr id="3" name="Content Placeholder 2">
            <a:extLst>
              <a:ext uri="{FF2B5EF4-FFF2-40B4-BE49-F238E27FC236}">
                <a16:creationId xmlns:a16="http://schemas.microsoft.com/office/drawing/2014/main" id="{F6330E4B-2B60-7282-B00D-815794A995BA}"/>
              </a:ext>
            </a:extLst>
          </p:cNvPr>
          <p:cNvSpPr>
            <a:spLocks noGrp="1"/>
          </p:cNvSpPr>
          <p:nvPr>
            <p:ph idx="1"/>
          </p:nvPr>
        </p:nvSpPr>
        <p:spPr>
          <a:xfrm>
            <a:off x="1750143" y="1612490"/>
            <a:ext cx="8917858" cy="4552336"/>
          </a:xfrm>
        </p:spPr>
        <p:txBody>
          <a:bodyPr/>
          <a:lstStyle/>
          <a:p>
            <a:pPr marL="0" indent="0">
              <a:buNone/>
            </a:pPr>
            <a:endParaRPr lang="en-US" dirty="0"/>
          </a:p>
          <a:p>
            <a:pPr>
              <a:buFont typeface="Wingdings" panose="05000000000000000000" pitchFamily="2" charset="2"/>
              <a:buChar char="Ø"/>
            </a:pPr>
            <a:r>
              <a:rPr lang="en-US" dirty="0"/>
              <a:t>The AI Resume Builder is a web-based application developed using HTML, CSS, and JavaScript. It helps users create professional resumes quickly and easily through a simple and user-friendly interface. Users enter their personal details, professional summary, skills, education, and work experience, and the application instantly generates a well-formatted resume. It also provides a print/download option, making it convenient for job seekers and students to prepare resumes without advanced technical knowledge. The project is responsive, easy to use, and saves time while creating attractive resumes.</a:t>
            </a:r>
          </a:p>
        </p:txBody>
      </p:sp>
    </p:spTree>
    <p:extLst>
      <p:ext uri="{BB962C8B-B14F-4D97-AF65-F5344CB8AC3E}">
        <p14:creationId xmlns:p14="http://schemas.microsoft.com/office/powerpoint/2010/main" val="4023235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CEF7D-3C0F-712B-97BF-342391AD0606}"/>
              </a:ext>
            </a:extLst>
          </p:cNvPr>
          <p:cNvSpPr>
            <a:spLocks noGrp="1"/>
          </p:cNvSpPr>
          <p:nvPr>
            <p:ph type="title"/>
          </p:nvPr>
        </p:nvSpPr>
        <p:spPr>
          <a:xfrm>
            <a:off x="833120" y="629921"/>
            <a:ext cx="10520679" cy="1395524"/>
          </a:xfrm>
        </p:spPr>
        <p:txBody>
          <a:bodyPr>
            <a:normAutofit/>
          </a:bodyPr>
          <a:lstStyle/>
          <a:p>
            <a:r>
              <a:rPr lang="en-US" sz="4800" dirty="0"/>
              <a:t>                  </a:t>
            </a:r>
            <a:r>
              <a:rPr lang="en-US" sz="4800" dirty="0">
                <a:solidFill>
                  <a:srgbClr val="FF0000"/>
                </a:solidFill>
              </a:rPr>
              <a:t>INTRODUCTION</a:t>
            </a:r>
            <a:endParaRPr lang="en-IN" sz="4800" dirty="0">
              <a:solidFill>
                <a:srgbClr val="FF0000"/>
              </a:solidFill>
            </a:endParaRPr>
          </a:p>
        </p:txBody>
      </p:sp>
      <p:sp>
        <p:nvSpPr>
          <p:cNvPr id="3" name="Content Placeholder 2">
            <a:extLst>
              <a:ext uri="{FF2B5EF4-FFF2-40B4-BE49-F238E27FC236}">
                <a16:creationId xmlns:a16="http://schemas.microsoft.com/office/drawing/2014/main" id="{F7EF164F-2646-7F3B-F826-F35E75B38885}"/>
              </a:ext>
            </a:extLst>
          </p:cNvPr>
          <p:cNvSpPr>
            <a:spLocks noGrp="1"/>
          </p:cNvSpPr>
          <p:nvPr>
            <p:ph idx="1"/>
          </p:nvPr>
        </p:nvSpPr>
        <p:spPr>
          <a:xfrm>
            <a:off x="1879599" y="2174240"/>
            <a:ext cx="8737601" cy="4053839"/>
          </a:xfrm>
        </p:spPr>
        <p:txBody>
          <a:bodyPr>
            <a:normAutofit/>
          </a:bodyPr>
          <a:lstStyle/>
          <a:p>
            <a:r>
              <a:rPr lang="en-US" sz="2400" dirty="0"/>
              <a:t>The AI Resume Builder is designed to make resume creation simple and fast. Users only need to enter their information into a form, and the application instantly creates a professional-looking resume. It is built using HTML for the structure, CSS for the design, and JavaScript for generating the resume and download functionality. This project saves time and helps users prepare resumes without any special technical knowledge.</a:t>
            </a:r>
          </a:p>
        </p:txBody>
      </p:sp>
    </p:spTree>
    <p:extLst>
      <p:ext uri="{BB962C8B-B14F-4D97-AF65-F5344CB8AC3E}">
        <p14:creationId xmlns:p14="http://schemas.microsoft.com/office/powerpoint/2010/main" val="693417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47A09-797C-DCB9-8887-73A1407F1C80}"/>
              </a:ext>
            </a:extLst>
          </p:cNvPr>
          <p:cNvSpPr>
            <a:spLocks noGrp="1"/>
          </p:cNvSpPr>
          <p:nvPr>
            <p:ph type="title" idx="4294967295"/>
          </p:nvPr>
        </p:nvSpPr>
        <p:spPr>
          <a:xfrm>
            <a:off x="0" y="365125"/>
            <a:ext cx="10515600" cy="1325563"/>
          </a:xfrm>
        </p:spPr>
        <p:txBody>
          <a:bodyPr/>
          <a:lstStyle/>
          <a:p>
            <a:r>
              <a:rPr lang="en-US" sz="4400" dirty="0">
                <a:solidFill>
                  <a:srgbClr val="FF0000"/>
                </a:solidFill>
              </a:rPr>
              <a:t>                           </a:t>
            </a:r>
            <a:r>
              <a:rPr lang="en-US" sz="4800" dirty="0">
                <a:solidFill>
                  <a:srgbClr val="FF0000"/>
                </a:solidFill>
              </a:rPr>
              <a:t>OBJECTIVE</a:t>
            </a:r>
            <a:endParaRPr lang="en-IN" sz="4800" dirty="0">
              <a:solidFill>
                <a:srgbClr val="FF0000"/>
              </a:solidFill>
            </a:endParaRPr>
          </a:p>
        </p:txBody>
      </p:sp>
      <p:sp>
        <p:nvSpPr>
          <p:cNvPr id="3" name="Content Placeholder 2">
            <a:extLst>
              <a:ext uri="{FF2B5EF4-FFF2-40B4-BE49-F238E27FC236}">
                <a16:creationId xmlns:a16="http://schemas.microsoft.com/office/drawing/2014/main" id="{A6BBDFE8-32D4-5731-6A82-B514EE3E945A}"/>
              </a:ext>
            </a:extLst>
          </p:cNvPr>
          <p:cNvSpPr>
            <a:spLocks noGrp="1"/>
          </p:cNvSpPr>
          <p:nvPr>
            <p:ph idx="4294967295"/>
          </p:nvPr>
        </p:nvSpPr>
        <p:spPr>
          <a:xfrm>
            <a:off x="1788161" y="1690688"/>
            <a:ext cx="10403840" cy="4486275"/>
          </a:xfrm>
        </p:spPr>
        <p:txBody>
          <a:bodyPr/>
          <a:lstStyle/>
          <a:p>
            <a:pPr marL="0" indent="0">
              <a:buNone/>
            </a:pPr>
            <a:endParaRPr lang="en-US" dirty="0"/>
          </a:p>
          <a:p>
            <a:pPr>
              <a:buFont typeface="Wingdings" panose="05000000000000000000" pitchFamily="2" charset="2"/>
              <a:buChar char="Ø"/>
            </a:pPr>
            <a:r>
              <a:rPr lang="en-US" dirty="0"/>
              <a:t>To develop a simple and user-friendly resume builder.</a:t>
            </a:r>
          </a:p>
          <a:p>
            <a:pPr>
              <a:buFont typeface="Wingdings" panose="05000000000000000000" pitchFamily="2" charset="2"/>
              <a:buChar char="Ø"/>
            </a:pPr>
            <a:r>
              <a:rPr lang="en-US" dirty="0"/>
              <a:t>To generate a professional resume instantly from user input.</a:t>
            </a:r>
          </a:p>
          <a:p>
            <a:pPr>
              <a:buFont typeface="Wingdings" panose="05000000000000000000" pitchFamily="2" charset="2"/>
              <a:buChar char="Ø"/>
            </a:pPr>
            <a:r>
              <a:rPr lang="en-US" dirty="0"/>
              <a:t>To reduce the time and effort required to create a resume.</a:t>
            </a:r>
          </a:p>
          <a:p>
            <a:pPr>
              <a:buFont typeface="Wingdings" panose="05000000000000000000" pitchFamily="2" charset="2"/>
              <a:buChar char="Ø"/>
            </a:pPr>
            <a:r>
              <a:rPr lang="en-US" dirty="0"/>
              <a:t>To provide a responsive design that works on desktop and mobile devices.</a:t>
            </a:r>
          </a:p>
          <a:p>
            <a:pPr>
              <a:buFont typeface="Wingdings" panose="05000000000000000000" pitchFamily="2" charset="2"/>
              <a:buChar char="Ø"/>
            </a:pPr>
            <a:r>
              <a:rPr lang="en-US" dirty="0"/>
              <a:t>To allow users to print or download their resume easily.</a:t>
            </a:r>
          </a:p>
          <a:p>
            <a:pPr>
              <a:buFont typeface="Wingdings" panose="05000000000000000000" pitchFamily="2" charset="2"/>
              <a:buChar char="Ø"/>
            </a:pPr>
            <a:r>
              <a:rPr lang="en-US" dirty="0"/>
              <a:t>To improve the resume creation experience for students, freshers, and job seekers.</a:t>
            </a:r>
          </a:p>
        </p:txBody>
      </p:sp>
    </p:spTree>
    <p:extLst>
      <p:ext uri="{BB962C8B-B14F-4D97-AF65-F5344CB8AC3E}">
        <p14:creationId xmlns:p14="http://schemas.microsoft.com/office/powerpoint/2010/main" val="456307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0F207-3A99-BD8D-FE94-F2A0A95622B8}"/>
              </a:ext>
            </a:extLst>
          </p:cNvPr>
          <p:cNvSpPr>
            <a:spLocks noGrp="1"/>
          </p:cNvSpPr>
          <p:nvPr>
            <p:ph type="ctrTitle"/>
          </p:nvPr>
        </p:nvSpPr>
        <p:spPr>
          <a:xfrm>
            <a:off x="1168401" y="-1871581"/>
            <a:ext cx="9330813" cy="2979021"/>
          </a:xfrm>
        </p:spPr>
        <p:txBody>
          <a:bodyPr/>
          <a:lstStyle/>
          <a:p>
            <a:r>
              <a:rPr lang="en-US" sz="4800" dirty="0">
                <a:solidFill>
                  <a:srgbClr val="FF0000"/>
                </a:solidFill>
              </a:rPr>
              <a:t>                 </a:t>
            </a:r>
            <a:r>
              <a:rPr lang="en-US" sz="4400" dirty="0">
                <a:solidFill>
                  <a:srgbClr val="FF0000"/>
                </a:solidFill>
              </a:rPr>
              <a:t>SAMPLE CODE</a:t>
            </a:r>
            <a:endParaRPr lang="en-IN" sz="4400" dirty="0">
              <a:solidFill>
                <a:srgbClr val="FF0000"/>
              </a:solidFill>
            </a:endParaRPr>
          </a:p>
        </p:txBody>
      </p:sp>
      <p:sp>
        <p:nvSpPr>
          <p:cNvPr id="3" name="Subtitle 2">
            <a:extLst>
              <a:ext uri="{FF2B5EF4-FFF2-40B4-BE49-F238E27FC236}">
                <a16:creationId xmlns:a16="http://schemas.microsoft.com/office/drawing/2014/main" id="{545D1B0F-828E-6035-917B-2F1D9BAD6CAF}"/>
              </a:ext>
            </a:extLst>
          </p:cNvPr>
          <p:cNvSpPr>
            <a:spLocks noGrp="1"/>
          </p:cNvSpPr>
          <p:nvPr>
            <p:ph type="subTitle" idx="1"/>
          </p:nvPr>
        </p:nvSpPr>
        <p:spPr>
          <a:xfrm>
            <a:off x="1390445" y="985520"/>
            <a:ext cx="9411110" cy="5872480"/>
          </a:xfrm>
        </p:spPr>
        <p:txBody>
          <a:bodyPr>
            <a:normAutofit fontScale="25000" lnSpcReduction="20000"/>
          </a:bodyPr>
          <a:lstStyle/>
          <a:p>
            <a:r>
              <a:rPr lang="en-IN" dirty="0"/>
              <a:t>```html</a:t>
            </a:r>
          </a:p>
          <a:p>
            <a:pPr algn="l"/>
            <a:r>
              <a:rPr lang="en-IN" sz="6400" cap="none" dirty="0">
                <a:solidFill>
                  <a:schemeClr val="tx1"/>
                </a:solidFill>
              </a:rPr>
              <a:t>&lt;!Doctype html&gt;</a:t>
            </a:r>
          </a:p>
          <a:p>
            <a:pPr algn="l"/>
            <a:r>
              <a:rPr lang="en-IN" sz="6400" cap="none" dirty="0">
                <a:solidFill>
                  <a:schemeClr val="tx1"/>
                </a:solidFill>
              </a:rPr>
              <a:t>&lt;Html&gt;</a:t>
            </a:r>
          </a:p>
          <a:p>
            <a:pPr algn="l"/>
            <a:r>
              <a:rPr lang="en-IN" sz="6400" cap="none" dirty="0">
                <a:solidFill>
                  <a:schemeClr val="tx1"/>
                </a:solidFill>
              </a:rPr>
              <a:t>&lt;Head&gt;</a:t>
            </a:r>
          </a:p>
          <a:p>
            <a:pPr algn="l"/>
            <a:r>
              <a:rPr lang="en-IN" sz="6400" cap="none" dirty="0">
                <a:solidFill>
                  <a:schemeClr val="tx1"/>
                </a:solidFill>
              </a:rPr>
              <a:t>    &lt;</a:t>
            </a:r>
            <a:r>
              <a:rPr lang="en-IN" sz="6400" cap="none">
                <a:solidFill>
                  <a:schemeClr val="tx1"/>
                </a:solidFill>
              </a:rPr>
              <a:t>Title&gt; </a:t>
            </a:r>
            <a:r>
              <a:rPr lang="en-IN" sz="6400" cap="none" dirty="0">
                <a:solidFill>
                  <a:schemeClr val="tx1"/>
                </a:solidFill>
              </a:rPr>
              <a:t>AI resume builder&lt;/title&gt;</a:t>
            </a:r>
          </a:p>
          <a:p>
            <a:pPr algn="l"/>
            <a:r>
              <a:rPr lang="en-IN" sz="6400" cap="none" dirty="0">
                <a:solidFill>
                  <a:schemeClr val="tx1"/>
                </a:solidFill>
              </a:rPr>
              <a:t>&lt;/Head&gt;</a:t>
            </a:r>
          </a:p>
          <a:p>
            <a:pPr algn="l"/>
            <a:r>
              <a:rPr lang="en-IN" sz="6400" cap="none" dirty="0">
                <a:solidFill>
                  <a:schemeClr val="tx1"/>
                </a:solidFill>
              </a:rPr>
              <a:t>&lt;Body&gt;</a:t>
            </a:r>
          </a:p>
          <a:p>
            <a:pPr algn="l"/>
            <a:r>
              <a:rPr lang="en-IN" sz="6400" cap="none" dirty="0">
                <a:solidFill>
                  <a:schemeClr val="tx1"/>
                </a:solidFill>
              </a:rPr>
              <a:t>&lt;H2&gt;ai resume builder&lt;/h2&gt;</a:t>
            </a:r>
          </a:p>
          <a:p>
            <a:pPr algn="l"/>
            <a:r>
              <a:rPr lang="en-IN" sz="6400" cap="none" dirty="0">
                <a:solidFill>
                  <a:schemeClr val="tx1"/>
                </a:solidFill>
              </a:rPr>
              <a:t>&lt;Input type="text" id="name" placeholder="enter your name"&gt;</a:t>
            </a:r>
          </a:p>
          <a:p>
            <a:pPr algn="l"/>
            <a:r>
              <a:rPr lang="en-IN" sz="6400" cap="none" dirty="0">
                <a:solidFill>
                  <a:schemeClr val="tx1"/>
                </a:solidFill>
              </a:rPr>
              <a:t>&lt;Button onclick="generateresume()"&gt;generate resume&lt;/button&gt;</a:t>
            </a:r>
          </a:p>
          <a:p>
            <a:pPr algn="l"/>
            <a:r>
              <a:rPr lang="en-IN" sz="6400" cap="none" dirty="0">
                <a:solidFill>
                  <a:schemeClr val="tx1"/>
                </a:solidFill>
              </a:rPr>
              <a:t>&lt;H3 id="resume"&gt;&lt;/h3&gt;</a:t>
            </a:r>
          </a:p>
          <a:p>
            <a:pPr algn="l"/>
            <a:r>
              <a:rPr lang="en-IN" sz="6400" cap="none" dirty="0">
                <a:solidFill>
                  <a:schemeClr val="tx1"/>
                </a:solidFill>
              </a:rPr>
              <a:t>&lt;Script&gt;</a:t>
            </a:r>
          </a:p>
          <a:p>
            <a:pPr algn="l"/>
            <a:r>
              <a:rPr lang="en-IN" sz="6400" cap="none" dirty="0">
                <a:solidFill>
                  <a:schemeClr val="tx1"/>
                </a:solidFill>
              </a:rPr>
              <a:t>Function generateresume() {</a:t>
            </a:r>
          </a:p>
          <a:p>
            <a:pPr algn="l"/>
            <a:r>
              <a:rPr lang="en-IN" sz="6400" cap="none" dirty="0">
                <a:solidFill>
                  <a:schemeClr val="tx1"/>
                </a:solidFill>
              </a:rPr>
              <a:t>    let name = document.Getelementbyid("name").value;</a:t>
            </a:r>
          </a:p>
          <a:p>
            <a:pPr algn="l"/>
            <a:r>
              <a:rPr lang="en-IN" sz="6400" cap="none" dirty="0">
                <a:solidFill>
                  <a:schemeClr val="tx1"/>
                </a:solidFill>
              </a:rPr>
              <a:t>    Document.Getelementbyid("resume").Innerhtml = "name: " + name;</a:t>
            </a:r>
          </a:p>
          <a:p>
            <a:pPr algn="l"/>
            <a:r>
              <a:rPr lang="en-IN" sz="6400" cap="none" dirty="0">
                <a:solidFill>
                  <a:schemeClr val="tx1"/>
                </a:solidFill>
              </a:rPr>
              <a:t>}</a:t>
            </a:r>
          </a:p>
          <a:p>
            <a:pPr algn="l"/>
            <a:r>
              <a:rPr lang="en-IN" sz="6400" cap="none" dirty="0">
                <a:solidFill>
                  <a:schemeClr val="tx1"/>
                </a:solidFill>
              </a:rPr>
              <a:t>&lt;/Script&gt;</a:t>
            </a:r>
          </a:p>
          <a:p>
            <a:pPr algn="l"/>
            <a:r>
              <a:rPr lang="en-IN" sz="6400" cap="none" dirty="0">
                <a:solidFill>
                  <a:schemeClr val="tx1"/>
                </a:solidFill>
              </a:rPr>
              <a:t>&lt;/Body&gt;</a:t>
            </a:r>
          </a:p>
          <a:p>
            <a:pPr algn="l"/>
            <a:r>
              <a:rPr lang="en-IN" sz="6400" cap="none" dirty="0">
                <a:solidFill>
                  <a:schemeClr val="tx1"/>
                </a:solidFill>
              </a:rPr>
              <a:t>&lt;/Html&gt;</a:t>
            </a:r>
          </a:p>
          <a:p>
            <a:pPr algn="l"/>
            <a:endParaRPr lang="en-IN" sz="6400" dirty="0"/>
          </a:p>
        </p:txBody>
      </p:sp>
    </p:spTree>
    <p:extLst>
      <p:ext uri="{BB962C8B-B14F-4D97-AF65-F5344CB8AC3E}">
        <p14:creationId xmlns:p14="http://schemas.microsoft.com/office/powerpoint/2010/main" val="338251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B8546-F7CF-9261-EF1F-FA7273411301}"/>
              </a:ext>
            </a:extLst>
          </p:cNvPr>
          <p:cNvSpPr>
            <a:spLocks noGrp="1"/>
          </p:cNvSpPr>
          <p:nvPr>
            <p:ph type="title"/>
          </p:nvPr>
        </p:nvSpPr>
        <p:spPr>
          <a:xfrm>
            <a:off x="747320" y="0"/>
            <a:ext cx="10606480" cy="1249680"/>
          </a:xfrm>
        </p:spPr>
        <p:txBody>
          <a:bodyPr>
            <a:normAutofit/>
          </a:bodyPr>
          <a:lstStyle/>
          <a:p>
            <a:r>
              <a:rPr lang="en-US" sz="4400" dirty="0">
                <a:solidFill>
                  <a:srgbClr val="FF0000"/>
                </a:solidFill>
              </a:rPr>
              <a:t>                           OUTPUT</a:t>
            </a:r>
            <a:endParaRPr lang="en-IN" sz="5400" dirty="0">
              <a:solidFill>
                <a:srgbClr val="FF0000"/>
              </a:solidFill>
            </a:endParaRPr>
          </a:p>
        </p:txBody>
      </p:sp>
      <p:pic>
        <p:nvPicPr>
          <p:cNvPr id="5" name="Content Placeholder 4">
            <a:extLst>
              <a:ext uri="{FF2B5EF4-FFF2-40B4-BE49-F238E27FC236}">
                <a16:creationId xmlns:a16="http://schemas.microsoft.com/office/drawing/2014/main" id="{EDF03B35-EFD6-25FB-225A-48B1686693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320" y="1155700"/>
            <a:ext cx="10844998" cy="5337175"/>
          </a:xfrm>
          <a:prstGeom prst="rect">
            <a:avLst/>
          </a:prstGeom>
        </p:spPr>
      </p:pic>
    </p:spTree>
    <p:extLst>
      <p:ext uri="{BB962C8B-B14F-4D97-AF65-F5344CB8AC3E}">
        <p14:creationId xmlns:p14="http://schemas.microsoft.com/office/powerpoint/2010/main" val="431197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359425-D1D8-6584-DA5A-BFBA7B4CF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8" y="415413"/>
            <a:ext cx="12203987" cy="6027173"/>
          </a:xfrm>
          <a:prstGeom prst="rect">
            <a:avLst/>
          </a:prstGeom>
        </p:spPr>
      </p:pic>
    </p:spTree>
    <p:extLst>
      <p:ext uri="{BB962C8B-B14F-4D97-AF65-F5344CB8AC3E}">
        <p14:creationId xmlns:p14="http://schemas.microsoft.com/office/powerpoint/2010/main" val="917260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82C518-0D9E-04E1-02B2-CD3B8210A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119" y="629265"/>
            <a:ext cx="11102325" cy="5524121"/>
          </a:xfrm>
          <a:prstGeom prst="rect">
            <a:avLst/>
          </a:prstGeom>
        </p:spPr>
      </p:pic>
    </p:spTree>
    <p:extLst>
      <p:ext uri="{BB962C8B-B14F-4D97-AF65-F5344CB8AC3E}">
        <p14:creationId xmlns:p14="http://schemas.microsoft.com/office/powerpoint/2010/main" val="4057988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46A30A-E3B9-EDF0-73E6-90F8D52741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2368"/>
            <a:ext cx="12283440" cy="7657382"/>
          </a:xfrm>
          <a:prstGeom prst="rect">
            <a:avLst/>
          </a:prstGeom>
        </p:spPr>
      </p:pic>
    </p:spTree>
    <p:extLst>
      <p:ext uri="{BB962C8B-B14F-4D97-AF65-F5344CB8AC3E}">
        <p14:creationId xmlns:p14="http://schemas.microsoft.com/office/powerpoint/2010/main" val="27109636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178</TotalTime>
  <Words>390</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Century Gothic</vt:lpstr>
      <vt:lpstr>Wingdings</vt:lpstr>
      <vt:lpstr>Wingdings 3</vt:lpstr>
      <vt:lpstr>Ion</vt:lpstr>
      <vt:lpstr>                FRONT-END PROJECT                                ON</vt:lpstr>
      <vt:lpstr>                       ABSTRACT</vt:lpstr>
      <vt:lpstr>                  INTRODUCTION</vt:lpstr>
      <vt:lpstr>                           OBJECTIVE</vt:lpstr>
      <vt:lpstr>                 SAMPLE CODE</vt:lpstr>
      <vt:lpstr>                           OUTPUT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NAVYA SRI</dc:creator>
  <cp:lastModifiedBy>NAVYA SRI</cp:lastModifiedBy>
  <cp:revision>2</cp:revision>
  <dcterms:created xsi:type="dcterms:W3CDTF">2026-08-02T14:04:20Z</dcterms:created>
  <dcterms:modified xsi:type="dcterms:W3CDTF">2026-08-03T17:41:44Z</dcterms:modified>
</cp:coreProperties>
</file>